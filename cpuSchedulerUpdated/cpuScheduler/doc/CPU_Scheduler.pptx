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CPU Scheduler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500" dirty="0"/>
              <a:t>BY: EMMANUEL OLAYEMI (GRADUATE) &amp; CYRIL EKOKWE (UNDERGRAD)</a:t>
            </a:r>
            <a:endParaRPr sz="2500" dirty="0"/>
          </a:p>
        </p:txBody>
      </p:sp>
      <p:sp>
        <p:nvSpPr>
          <p:cNvPr id="4" name="Rectangle 3"/>
          <p:cNvSpPr/>
          <p:nvPr/>
        </p:nvSpPr>
        <p:spPr>
          <a:xfrm>
            <a:off x="274320" y="3691890"/>
            <a:ext cx="8229600" cy="45720"/>
          </a:xfrm>
          <a:prstGeom prst="rect">
            <a:avLst/>
          </a:prstGeom>
          <a:solidFill>
            <a:srgbClr val="1E3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500" dirty="0"/>
              <a:t>- Project Overview</a:t>
            </a:r>
          </a:p>
          <a:p>
            <a:pPr>
              <a:spcAft>
                <a:spcPts val="600"/>
              </a:spcAft>
            </a:pPr>
            <a:r>
              <a:rPr sz="2500" dirty="0"/>
              <a:t>- Test Results</a:t>
            </a:r>
          </a:p>
          <a:p>
            <a:pPr>
              <a:spcAft>
                <a:spcPts val="600"/>
              </a:spcAft>
            </a:pPr>
            <a:r>
              <a:rPr sz="2500" dirty="0"/>
              <a:t>- Scheduling Algorithm Outputs</a:t>
            </a:r>
          </a:p>
          <a:p>
            <a:pPr>
              <a:spcAft>
                <a:spcPts val="600"/>
              </a:spcAft>
            </a:pPr>
            <a:r>
              <a:rPr sz="2500" dirty="0"/>
              <a:t>- Algorithm Comparison</a:t>
            </a:r>
          </a:p>
          <a:p>
            <a:pPr>
              <a:spcAft>
                <a:spcPts val="600"/>
              </a:spcAft>
            </a:pPr>
            <a:r>
              <a:rPr sz="2500" dirty="0"/>
              <a:t>- Findings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1800" dirty="0"/>
              <a:t>This CPU Scheduler Simulator implements multiple scheduling algorithms:</a:t>
            </a:r>
          </a:p>
          <a:p>
            <a:pPr>
              <a:spcAft>
                <a:spcPts val="600"/>
              </a:spcAft>
            </a:pPr>
            <a:r>
              <a:rPr sz="1800" dirty="0"/>
              <a:t>- Round Robin</a:t>
            </a:r>
          </a:p>
          <a:p>
            <a:pPr>
              <a:spcAft>
                <a:spcPts val="600"/>
              </a:spcAft>
            </a:pPr>
            <a:r>
              <a:rPr sz="1800" dirty="0"/>
              <a:t>- Non-Preemptive Priority with Aging</a:t>
            </a:r>
          </a:p>
          <a:p>
            <a:pPr>
              <a:spcAft>
                <a:spcPts val="600"/>
              </a:spcAft>
            </a:pPr>
            <a:r>
              <a:rPr sz="1800" dirty="0"/>
              <a:t>- Preemptive Priority</a:t>
            </a:r>
          </a:p>
          <a:p>
            <a:pPr>
              <a:spcAft>
                <a:spcPts val="600"/>
              </a:spcAft>
            </a:pPr>
            <a:r>
              <a:rPr sz="1800" dirty="0"/>
              <a:t>- Multilevel Queue</a:t>
            </a:r>
          </a:p>
          <a:p>
            <a:pPr>
              <a:spcAft>
                <a:spcPts val="600"/>
              </a:spcAft>
            </a:pPr>
            <a:r>
              <a:rPr sz="1800" dirty="0"/>
              <a:t>- Multilevel Feedback Queue</a:t>
            </a:r>
          </a:p>
          <a:p>
            <a:pPr>
              <a:spcAft>
                <a:spcPts val="600"/>
              </a:spcAft>
            </a:pPr>
            <a:endParaRPr sz="1800" dirty="0"/>
          </a:p>
          <a:p>
            <a:pPr>
              <a:spcAft>
                <a:spcPts val="600"/>
              </a:spcAft>
            </a:pPr>
            <a:r>
              <a:rPr sz="1800" dirty="0"/>
              <a:t>The simulator reports performance metrics, including waiting time, turnaround time, response time, CPU utilization, throughput, and total simulation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6720" cy="4477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dirty="0"/>
              <a:t>Test Results (Pass/Fail)</a:t>
            </a:r>
          </a:p>
        </p:txBody>
      </p:sp>
      <p:pic>
        <p:nvPicPr>
          <p:cNvPr id="3" name="Picture 2" descr="pass_fail test cpu_scheduler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14" y="794418"/>
            <a:ext cx="6250291" cy="5788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6720" cy="48431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dirty="0"/>
              <a:t>Non-Preemptive Priority Output</a:t>
            </a:r>
          </a:p>
        </p:txBody>
      </p:sp>
      <p:pic>
        <p:nvPicPr>
          <p:cNvPr id="3" name="Picture 2" descr="Non-Preemptive 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404" y="758952"/>
            <a:ext cx="5099192" cy="59579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46720" cy="347154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sz="2200" dirty="0"/>
              <a:t>Algorithm Comparison 1</a:t>
            </a:r>
          </a:p>
        </p:txBody>
      </p:sp>
      <p:pic>
        <p:nvPicPr>
          <p:cNvPr id="3" name="Picture 2" descr="comparing 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96" y="621792"/>
            <a:ext cx="5622407" cy="57185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6448" cy="365442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sz="2200" dirty="0"/>
              <a:t>Algorithm Comparison 2</a:t>
            </a:r>
          </a:p>
        </p:txBody>
      </p:sp>
      <p:pic>
        <p:nvPicPr>
          <p:cNvPr id="3" name="Picture 2" descr="comparing algorith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906" y="640080"/>
            <a:ext cx="4992188" cy="60540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3568" cy="4660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200" dirty="0"/>
              <a:t>Algorithm Comparison 3</a:t>
            </a:r>
          </a:p>
        </p:txBody>
      </p:sp>
      <p:pic>
        <p:nvPicPr>
          <p:cNvPr id="3" name="Picture 2" descr="comparing algorith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655" y="740664"/>
            <a:ext cx="5415769" cy="59735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7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200" dirty="0"/>
              <a:t>Conclusion</a:t>
            </a:r>
            <a:endParaRPr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sz="2500" dirty="0"/>
              <a:t>This CPU Scheduler Project demonstrates the behavior and tradeoffs of multiple scheduling algorithms.</a:t>
            </a:r>
          </a:p>
          <a:p>
            <a:pPr>
              <a:spcAft>
                <a:spcPts val="600"/>
              </a:spcAft>
            </a:pPr>
            <a:r>
              <a:rPr sz="2500" dirty="0"/>
              <a:t>The included visuals illustrate performance variations between algorithms, highlighting</a:t>
            </a:r>
          </a:p>
          <a:p>
            <a:pPr>
              <a:spcAft>
                <a:spcPts val="600"/>
              </a:spcAft>
            </a:pPr>
            <a:r>
              <a:rPr sz="2500" dirty="0"/>
              <a:t>strengths and weaknesses relevant to real operating system scheduling.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C82"/>
                </a:solidFill>
              </a:defRPr>
            </a:pPr>
            <a:r>
              <a:t>Section 8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45720"/>
            <a:ext cx="365760" cy="365760"/>
          </a:xfrm>
          <a:prstGeom prst="rect">
            <a:avLst/>
          </a:prstGeom>
          <a:solidFill>
            <a:srgbClr val="1E3C82"/>
          </a:solidFill>
          <a:ln>
            <a:solidFill>
              <a:srgbClr val="1E3C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CPU Scheduler Project • Academic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221</Words>
  <Application>Microsoft Office PowerPoint</Application>
  <PresentationFormat>On-screen Show (4:3)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CPU Scheduler Project</vt:lpstr>
      <vt:lpstr>Agenda</vt:lpstr>
      <vt:lpstr>Project Overview</vt:lpstr>
      <vt:lpstr>Test Results (Pass/Fail)</vt:lpstr>
      <vt:lpstr>Non-Preemptive Priority Output</vt:lpstr>
      <vt:lpstr>Algorithm Comparison 1</vt:lpstr>
      <vt:lpstr>Algorithm Comparison 2</vt:lpstr>
      <vt:lpstr>Algorithm Comparison 3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Emmanuel Olayemi</dc:creator>
  <cp:keywords/>
  <dc:description>generated using python-pptx</dc:description>
  <cp:lastModifiedBy>Emmanuel Olayemi</cp:lastModifiedBy>
  <cp:revision>3</cp:revision>
  <dcterms:created xsi:type="dcterms:W3CDTF">2013-01-27T09:14:16Z</dcterms:created>
  <dcterms:modified xsi:type="dcterms:W3CDTF">2025-12-12T00:23:28Z</dcterms:modified>
  <cp:category/>
</cp:coreProperties>
</file>